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81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4864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1554480"/>
            <a:ext cx="54864" cy="54864"/>
          </a:xfrm>
          <a:prstGeom prst="ellipse">
            <a:avLst/>
          </a:prstGeom>
          <a:solidFill>
            <a:srgbClr val="0E5C6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 smtClean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Session 1:RESEARCH </a:t>
            </a:r>
            <a:r>
              <a:rPr lang="en-US" sz="1400" b="1" kern="0" spc="3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 &amp; Gaussian Process Mapping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Human–Robot Collaborative Hygiene Monitoring and Surface Disinfection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058400" y="4297680"/>
            <a:ext cx="1371600" cy="1371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6035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8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Group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Disinfection robots clean blindly — without knowing what's actually contaminated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631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contamination sensing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traverse a fixed path and irradiate or spray on schedule — without sensing whether contamination is actually present.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78808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631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53128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confirm a UV lamp followed its planned path, not that pathogens were actually removed from the surface.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08976" y="1783080"/>
            <a:ext cx="3310128" cy="3200400"/>
          </a:xfrm>
          <a:prstGeom prst="roundRect">
            <a:avLst>
              <a:gd name="adj" fmla="val 2286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83296" y="2103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22631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3296" y="292608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carries the burden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83296" y="3520440"/>
            <a:ext cx="27614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probabilistic hygiene model, the human retains full cognitive responsibility for spotting contaminated areas.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43E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Bottom line: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is spatially uneven, sensing is absent, and verification stops at geometry — not biology.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interrelated gaps in existing literature motivate this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783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contamination estimation — systems detect surfaces, not contamination levels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6974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26974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cleanliness verification — path execution confirmed, not biological cleanliness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6118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3611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sensor fusion — visual, fluorescence, and dose data used in isolation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5262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17320" y="4526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spatial hygiene map covering unobserved regions with calibrated uncertainty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544068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54406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is perception-limited — humans retain full cognitive load for spotting contamination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Bayesian fusion + Gaussian Process hygiene mapping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Fluorescence and ATP sensor readings into a closed-form posterior, weighted by inverse variance. Fluorescence precision = 100, ATP precision = 50.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78808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1024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3128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Process Mapping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453128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RBF-kernel GP interpolates contamination across the full surface — observed and unobserved regions alike.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08976" y="1783080"/>
            <a:ext cx="3310128" cy="2743200"/>
          </a:xfrm>
          <a:prstGeom prst="roundRect">
            <a:avLst>
              <a:gd name="adj" fmla="val 2667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83296" y="2697480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HRC Decision Policy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083296" y="324612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priority scoring and threshold rules decide when the robot acts alone vs. defers to a human.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060" y="3044952"/>
            <a:ext cx="219456" cy="2194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28" y="304495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calibrated, full-coverage probabilistic hygiene map driving safe, explainable disinfection decisions.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5486400"/>
            <a:ext cx="502920" cy="50292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486400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572000" y="6035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cleanliness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035040" y="6035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sequential layers, from raw sensors to robot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2677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sensor (T1 Toilet, T2 Chair) and ATP sensor (T7 Door handle) — real measured RLU values from published research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3429000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19272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10812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22677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56432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Layer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02152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 → per-patch posterior mean &amp; variance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42900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9904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81444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036" y="2267712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27064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Layer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272784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regression with RBF kernel → full spatial hygiene map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429000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60536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52076" y="2103120"/>
            <a:ext cx="731520" cy="731520"/>
          </a:xfrm>
          <a:prstGeom prst="ellipse">
            <a:avLst/>
          </a:prstGeom>
          <a:solidFill>
            <a:srgbClr val="0E5C66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668" y="2267712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97696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43416" y="35204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scoring, UV dose, and HRC collaboration rules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layer can be updated or replaced independently without affecting the others.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results on a 3×3 surface-grid case study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reduction — prior 0.09 to fused 0.011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precision vs ATP — most accurate sensor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spatial coverage vs. 3/9 for Kalman filter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E5C6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7889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UV cleaning efficiency — T7 door handle 100% cleaned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inputs: T1 Toilet = 0.75 (Fieldhouse 2025), T2 Patient chair = 0.13 (Fieldhouse 2025), T7 Door handle = 0.91 (Niephaus 2024). GP estimated 6 blocked tiles using RBF kernel. HRC decisions: T7 DISINFECT NOW, T1 CALL HUMAN, remainder MONITOR.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0E5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Important caveat:  </a:t>
            </a: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analytical/mathematical validation, not yet hardware-tested — simulation and physical deployment are the next steps.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Infection control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disinfection robotics from blind path-following to evidence-based, verifiable cleaning.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78808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 autonomy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453128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act independently only when confident, and defer to humans exactly where uncertainty is high.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08976" y="1371600"/>
            <a:ext cx="3310128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83296" y="224028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083296" y="2788920"/>
            <a:ext cx="27614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prioritization avoids wasting UV dwell time on already-clean regions.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0243E"/>
          </a:solidFill>
          <a:ln/>
        </p:spPr>
      </p:sp>
      <p:sp>
        <p:nvSpPr>
          <p:cNvPr id="16" name="Text 11"/>
          <p:cNvSpPr/>
          <p:nvPr/>
        </p:nvSpPr>
        <p:spPr>
          <a:xfrm>
            <a:off x="8686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rigorous foundation that is a natural, well-defined precursor to simulation (Python/ROS 2/Gazebo) and eventual hardware validation on a mobile manipulator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mathematical model to hardware-validated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0" cy="3680460"/>
          </a:xfrm>
          <a:prstGeom prst="line">
            <a:avLst/>
          </a:prstGeom>
          <a:noFill/>
          <a:ln w="25400">
            <a:solidFill>
              <a:srgbClr val="0E5C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E056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181051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81051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2128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closed-form math, 3×3 grid case study, sensitivity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286207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28620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264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simulation complete — 11-step pipeline: Bayesian fusion, GP mapping (9/9 coverage), Kalman comparison, HRC decisions, Gaussian UV cleaning (51.1% efficiency).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91363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391363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Calibration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fluorescence/hyperspectral sensor calibration replacing assumed noise values.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E5C6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7320" y="4965192"/>
            <a:ext cx="10058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645920" y="496519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5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53675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manipulator deployment in a controlled hospital-room mock-up.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78240" y="11887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3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principled path toward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verifiable, autonomous hygiene monitoring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1750">
            <a:solidFill>
              <a:srgbClr val="E056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and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Sensor Fusion and GP Mapping for HRC Hygiene Monitoring — Proposal</dc:title>
  <dc:subject>PptxGenJS Presentation</dc:subject>
  <dc:creator>Alwa Jyoshna</dc:creator>
  <cp:lastModifiedBy>home</cp:lastModifiedBy>
  <cp:revision>2</cp:revision>
  <dcterms:created xsi:type="dcterms:W3CDTF">2026-06-17T20:58:35Z</dcterms:created>
  <dcterms:modified xsi:type="dcterms:W3CDTF">2026-07-01T07:38:22Z</dcterms:modified>
</cp:coreProperties>
</file>